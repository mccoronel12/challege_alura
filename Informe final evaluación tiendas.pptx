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
  </p:notesMasterIdLst>
  <p:sldIdLst>
    <p:sldId id="256" r:id="rId2"/>
    <p:sldId id="263" r:id="rId3"/>
    <p:sldId id="257" r:id="rId4"/>
    <p:sldId id="258" r:id="rId5"/>
    <p:sldId id="261" r:id="rId6"/>
    <p:sldId id="265" r:id="rId7"/>
    <p:sldId id="262" r:id="rId8"/>
    <p:sldId id="264" r:id="rId9"/>
  </p:sldIdLst>
  <p:sldSz cx="12192000" cy="6858000"/>
  <p:notesSz cx="6858000" cy="9144000"/>
  <p:defaultText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3969" autoAdjust="0"/>
  </p:normalViewPr>
  <p:slideViewPr>
    <p:cSldViewPr snapToGrid="0">
      <p:cViewPr>
        <p:scale>
          <a:sx n="66" d="100"/>
          <a:sy n="66" d="100"/>
        </p:scale>
        <p:origin x="900" y="1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PE"/>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712E334-7200-4DA4-8641-28F48DE26D19}" type="datetimeFigureOut">
              <a:rPr lang="es-PE" smtClean="0"/>
              <a:t>11/02/2026</a:t>
            </a:fld>
            <a:endParaRPr lang="es-PE"/>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PE"/>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PE"/>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F108F71-C63F-4FEE-A5CD-183D8E985B1C}" type="slidenum">
              <a:rPr lang="es-PE" smtClean="0"/>
              <a:t>‹Nº›</a:t>
            </a:fld>
            <a:endParaRPr lang="es-PE"/>
          </a:p>
        </p:txBody>
      </p:sp>
    </p:spTree>
    <p:extLst>
      <p:ext uri="{BB962C8B-B14F-4D97-AF65-F5344CB8AC3E}">
        <p14:creationId xmlns:p14="http://schemas.microsoft.com/office/powerpoint/2010/main" val="4962628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s-PE"/>
          </a:p>
        </p:txBody>
      </p:sp>
      <p:sp>
        <p:nvSpPr>
          <p:cNvPr id="3" name="Marcador de notas 2"/>
          <p:cNvSpPr>
            <a:spLocks noGrp="1"/>
          </p:cNvSpPr>
          <p:nvPr>
            <p:ph type="body" idx="1"/>
          </p:nvPr>
        </p:nvSpPr>
        <p:spPr/>
        <p:txBody>
          <a:bodyPr/>
          <a:lstStyle/>
          <a:p>
            <a:endParaRPr lang="es-PE" dirty="0"/>
          </a:p>
        </p:txBody>
      </p:sp>
      <p:sp>
        <p:nvSpPr>
          <p:cNvPr id="4" name="Marcador de número de diapositiva 3"/>
          <p:cNvSpPr>
            <a:spLocks noGrp="1"/>
          </p:cNvSpPr>
          <p:nvPr>
            <p:ph type="sldNum" sz="quarter" idx="5"/>
          </p:nvPr>
        </p:nvSpPr>
        <p:spPr/>
        <p:txBody>
          <a:bodyPr/>
          <a:lstStyle/>
          <a:p>
            <a:fld id="{BF108F71-C63F-4FEE-A5CD-183D8E985B1C}" type="slidenum">
              <a:rPr lang="es-PE" smtClean="0"/>
              <a:t>3</a:t>
            </a:fld>
            <a:endParaRPr lang="es-PE"/>
          </a:p>
        </p:txBody>
      </p:sp>
    </p:spTree>
    <p:extLst>
      <p:ext uri="{BB962C8B-B14F-4D97-AF65-F5344CB8AC3E}">
        <p14:creationId xmlns:p14="http://schemas.microsoft.com/office/powerpoint/2010/main" val="40461523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85614E3-B715-4D6C-618E-F85CA053FC28}"/>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PE"/>
          </a:p>
        </p:txBody>
      </p:sp>
      <p:sp>
        <p:nvSpPr>
          <p:cNvPr id="3" name="Subtítulo 2">
            <a:extLst>
              <a:ext uri="{FF2B5EF4-FFF2-40B4-BE49-F238E27FC236}">
                <a16:creationId xmlns:a16="http://schemas.microsoft.com/office/drawing/2014/main" id="{BCAC2D86-DD87-A103-D03B-926B9B8370C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PE"/>
          </a:p>
        </p:txBody>
      </p:sp>
      <p:sp>
        <p:nvSpPr>
          <p:cNvPr id="4" name="Marcador de fecha 3">
            <a:extLst>
              <a:ext uri="{FF2B5EF4-FFF2-40B4-BE49-F238E27FC236}">
                <a16:creationId xmlns:a16="http://schemas.microsoft.com/office/drawing/2014/main" id="{54F1BCB7-7877-03A6-00D9-E982ACF6F0AE}"/>
              </a:ext>
            </a:extLst>
          </p:cNvPr>
          <p:cNvSpPr>
            <a:spLocks noGrp="1"/>
          </p:cNvSpPr>
          <p:nvPr>
            <p:ph type="dt" sz="half" idx="10"/>
          </p:nvPr>
        </p:nvSpPr>
        <p:spPr/>
        <p:txBody>
          <a:bodyPr/>
          <a:lstStyle/>
          <a:p>
            <a:fld id="{388719F7-D5A7-49DD-8BB7-8E85473BD84F}" type="datetimeFigureOut">
              <a:rPr lang="es-PE" smtClean="0"/>
              <a:t>11/02/2026</a:t>
            </a:fld>
            <a:endParaRPr lang="es-PE"/>
          </a:p>
        </p:txBody>
      </p:sp>
      <p:sp>
        <p:nvSpPr>
          <p:cNvPr id="5" name="Marcador de pie de página 4">
            <a:extLst>
              <a:ext uri="{FF2B5EF4-FFF2-40B4-BE49-F238E27FC236}">
                <a16:creationId xmlns:a16="http://schemas.microsoft.com/office/drawing/2014/main" id="{D8FEE554-438B-EFED-9045-ED01A0AA9EF5}"/>
              </a:ext>
            </a:extLst>
          </p:cNvPr>
          <p:cNvSpPr>
            <a:spLocks noGrp="1"/>
          </p:cNvSpPr>
          <p:nvPr>
            <p:ph type="ftr" sz="quarter" idx="11"/>
          </p:nvPr>
        </p:nvSpPr>
        <p:spPr/>
        <p:txBody>
          <a:bodyPr/>
          <a:lstStyle/>
          <a:p>
            <a:endParaRPr lang="es-PE"/>
          </a:p>
        </p:txBody>
      </p:sp>
      <p:sp>
        <p:nvSpPr>
          <p:cNvPr id="6" name="Marcador de número de diapositiva 5">
            <a:extLst>
              <a:ext uri="{FF2B5EF4-FFF2-40B4-BE49-F238E27FC236}">
                <a16:creationId xmlns:a16="http://schemas.microsoft.com/office/drawing/2014/main" id="{6206BD21-6ACC-753F-CED7-15D4EB245363}"/>
              </a:ext>
            </a:extLst>
          </p:cNvPr>
          <p:cNvSpPr>
            <a:spLocks noGrp="1"/>
          </p:cNvSpPr>
          <p:nvPr>
            <p:ph type="sldNum" sz="quarter" idx="12"/>
          </p:nvPr>
        </p:nvSpPr>
        <p:spPr/>
        <p:txBody>
          <a:bodyPr/>
          <a:lstStyle/>
          <a:p>
            <a:fld id="{1EE4A28C-463F-4FA9-8E41-F2C2F8AFA73F}" type="slidenum">
              <a:rPr lang="es-PE" smtClean="0"/>
              <a:t>‹Nº›</a:t>
            </a:fld>
            <a:endParaRPr lang="es-PE"/>
          </a:p>
        </p:txBody>
      </p:sp>
    </p:spTree>
    <p:extLst>
      <p:ext uri="{BB962C8B-B14F-4D97-AF65-F5344CB8AC3E}">
        <p14:creationId xmlns:p14="http://schemas.microsoft.com/office/powerpoint/2010/main" val="28972166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A582119-3311-6482-CE18-D868EFB4681C}"/>
              </a:ext>
            </a:extLst>
          </p:cNvPr>
          <p:cNvSpPr>
            <a:spLocks noGrp="1"/>
          </p:cNvSpPr>
          <p:nvPr>
            <p:ph type="title"/>
          </p:nvPr>
        </p:nvSpPr>
        <p:spPr/>
        <p:txBody>
          <a:bodyPr/>
          <a:lstStyle/>
          <a:p>
            <a:r>
              <a:rPr lang="es-ES"/>
              <a:t>Haga clic para modificar el estilo de título del patrón</a:t>
            </a:r>
            <a:endParaRPr lang="es-PE"/>
          </a:p>
        </p:txBody>
      </p:sp>
      <p:sp>
        <p:nvSpPr>
          <p:cNvPr id="3" name="Marcador de contenido 2">
            <a:extLst>
              <a:ext uri="{FF2B5EF4-FFF2-40B4-BE49-F238E27FC236}">
                <a16:creationId xmlns:a16="http://schemas.microsoft.com/office/drawing/2014/main" id="{6C44C7F3-9C5D-79DA-6CA7-F873C564DDE8}"/>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fecha 3">
            <a:extLst>
              <a:ext uri="{FF2B5EF4-FFF2-40B4-BE49-F238E27FC236}">
                <a16:creationId xmlns:a16="http://schemas.microsoft.com/office/drawing/2014/main" id="{E56DD66D-711D-255A-0115-A7F067DE90AE}"/>
              </a:ext>
            </a:extLst>
          </p:cNvPr>
          <p:cNvSpPr>
            <a:spLocks noGrp="1"/>
          </p:cNvSpPr>
          <p:nvPr>
            <p:ph type="dt" sz="half" idx="10"/>
          </p:nvPr>
        </p:nvSpPr>
        <p:spPr/>
        <p:txBody>
          <a:bodyPr/>
          <a:lstStyle/>
          <a:p>
            <a:fld id="{388719F7-D5A7-49DD-8BB7-8E85473BD84F}" type="datetimeFigureOut">
              <a:rPr lang="es-PE" smtClean="0"/>
              <a:t>11/02/2026</a:t>
            </a:fld>
            <a:endParaRPr lang="es-PE"/>
          </a:p>
        </p:txBody>
      </p:sp>
      <p:sp>
        <p:nvSpPr>
          <p:cNvPr id="5" name="Marcador de pie de página 4">
            <a:extLst>
              <a:ext uri="{FF2B5EF4-FFF2-40B4-BE49-F238E27FC236}">
                <a16:creationId xmlns:a16="http://schemas.microsoft.com/office/drawing/2014/main" id="{CF526942-456E-B39C-024E-F0D6756D6245}"/>
              </a:ext>
            </a:extLst>
          </p:cNvPr>
          <p:cNvSpPr>
            <a:spLocks noGrp="1"/>
          </p:cNvSpPr>
          <p:nvPr>
            <p:ph type="ftr" sz="quarter" idx="11"/>
          </p:nvPr>
        </p:nvSpPr>
        <p:spPr/>
        <p:txBody>
          <a:bodyPr/>
          <a:lstStyle/>
          <a:p>
            <a:endParaRPr lang="es-PE"/>
          </a:p>
        </p:txBody>
      </p:sp>
      <p:sp>
        <p:nvSpPr>
          <p:cNvPr id="6" name="Marcador de número de diapositiva 5">
            <a:extLst>
              <a:ext uri="{FF2B5EF4-FFF2-40B4-BE49-F238E27FC236}">
                <a16:creationId xmlns:a16="http://schemas.microsoft.com/office/drawing/2014/main" id="{A080D516-02A8-84DE-064A-86323D026731}"/>
              </a:ext>
            </a:extLst>
          </p:cNvPr>
          <p:cNvSpPr>
            <a:spLocks noGrp="1"/>
          </p:cNvSpPr>
          <p:nvPr>
            <p:ph type="sldNum" sz="quarter" idx="12"/>
          </p:nvPr>
        </p:nvSpPr>
        <p:spPr/>
        <p:txBody>
          <a:bodyPr/>
          <a:lstStyle/>
          <a:p>
            <a:fld id="{1EE4A28C-463F-4FA9-8E41-F2C2F8AFA73F}" type="slidenum">
              <a:rPr lang="es-PE" smtClean="0"/>
              <a:t>‹Nº›</a:t>
            </a:fld>
            <a:endParaRPr lang="es-PE"/>
          </a:p>
        </p:txBody>
      </p:sp>
    </p:spTree>
    <p:extLst>
      <p:ext uri="{BB962C8B-B14F-4D97-AF65-F5344CB8AC3E}">
        <p14:creationId xmlns:p14="http://schemas.microsoft.com/office/powerpoint/2010/main" val="40575064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AF5AF57-12BA-AD38-E1A5-E0C9CE774950}"/>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PE"/>
          </a:p>
        </p:txBody>
      </p:sp>
      <p:sp>
        <p:nvSpPr>
          <p:cNvPr id="3" name="Marcador de texto 2">
            <a:extLst>
              <a:ext uri="{FF2B5EF4-FFF2-40B4-BE49-F238E27FC236}">
                <a16:creationId xmlns:a16="http://schemas.microsoft.com/office/drawing/2014/main" id="{56F4C0DC-6A7C-2AA1-BC5E-353AA13F23D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AD2FD70E-2890-C95F-EE3D-A6FBC6946F8B}"/>
              </a:ext>
            </a:extLst>
          </p:cNvPr>
          <p:cNvSpPr>
            <a:spLocks noGrp="1"/>
          </p:cNvSpPr>
          <p:nvPr>
            <p:ph type="dt" sz="half" idx="10"/>
          </p:nvPr>
        </p:nvSpPr>
        <p:spPr/>
        <p:txBody>
          <a:bodyPr/>
          <a:lstStyle/>
          <a:p>
            <a:fld id="{388719F7-D5A7-49DD-8BB7-8E85473BD84F}" type="datetimeFigureOut">
              <a:rPr lang="es-PE" smtClean="0"/>
              <a:t>11/02/2026</a:t>
            </a:fld>
            <a:endParaRPr lang="es-PE"/>
          </a:p>
        </p:txBody>
      </p:sp>
      <p:sp>
        <p:nvSpPr>
          <p:cNvPr id="5" name="Marcador de pie de página 4">
            <a:extLst>
              <a:ext uri="{FF2B5EF4-FFF2-40B4-BE49-F238E27FC236}">
                <a16:creationId xmlns:a16="http://schemas.microsoft.com/office/drawing/2014/main" id="{62BB7B8E-EB8F-AB30-F54C-6E7236A21E89}"/>
              </a:ext>
            </a:extLst>
          </p:cNvPr>
          <p:cNvSpPr>
            <a:spLocks noGrp="1"/>
          </p:cNvSpPr>
          <p:nvPr>
            <p:ph type="ftr" sz="quarter" idx="11"/>
          </p:nvPr>
        </p:nvSpPr>
        <p:spPr/>
        <p:txBody>
          <a:bodyPr/>
          <a:lstStyle/>
          <a:p>
            <a:endParaRPr lang="es-PE"/>
          </a:p>
        </p:txBody>
      </p:sp>
      <p:sp>
        <p:nvSpPr>
          <p:cNvPr id="6" name="Marcador de número de diapositiva 5">
            <a:extLst>
              <a:ext uri="{FF2B5EF4-FFF2-40B4-BE49-F238E27FC236}">
                <a16:creationId xmlns:a16="http://schemas.microsoft.com/office/drawing/2014/main" id="{AF825EA1-C651-BE83-F406-5F95854D875D}"/>
              </a:ext>
            </a:extLst>
          </p:cNvPr>
          <p:cNvSpPr>
            <a:spLocks noGrp="1"/>
          </p:cNvSpPr>
          <p:nvPr>
            <p:ph type="sldNum" sz="quarter" idx="12"/>
          </p:nvPr>
        </p:nvSpPr>
        <p:spPr/>
        <p:txBody>
          <a:bodyPr/>
          <a:lstStyle/>
          <a:p>
            <a:fld id="{1EE4A28C-463F-4FA9-8E41-F2C2F8AFA73F}" type="slidenum">
              <a:rPr lang="es-PE" smtClean="0"/>
              <a:t>‹Nº›</a:t>
            </a:fld>
            <a:endParaRPr lang="es-PE"/>
          </a:p>
        </p:txBody>
      </p:sp>
    </p:spTree>
    <p:extLst>
      <p:ext uri="{BB962C8B-B14F-4D97-AF65-F5344CB8AC3E}">
        <p14:creationId xmlns:p14="http://schemas.microsoft.com/office/powerpoint/2010/main" val="27444350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3D1DA4F-CBFD-E659-3702-0F0D78D05A2F}"/>
              </a:ext>
            </a:extLst>
          </p:cNvPr>
          <p:cNvSpPr>
            <a:spLocks noGrp="1"/>
          </p:cNvSpPr>
          <p:nvPr>
            <p:ph type="title"/>
          </p:nvPr>
        </p:nvSpPr>
        <p:spPr/>
        <p:txBody>
          <a:bodyPr/>
          <a:lstStyle/>
          <a:p>
            <a:r>
              <a:rPr lang="es-ES"/>
              <a:t>Haga clic para modificar el estilo de título del patrón</a:t>
            </a:r>
            <a:endParaRPr lang="es-PE"/>
          </a:p>
        </p:txBody>
      </p:sp>
      <p:sp>
        <p:nvSpPr>
          <p:cNvPr id="3" name="Marcador de contenido 2">
            <a:extLst>
              <a:ext uri="{FF2B5EF4-FFF2-40B4-BE49-F238E27FC236}">
                <a16:creationId xmlns:a16="http://schemas.microsoft.com/office/drawing/2014/main" id="{D9FC338F-2567-BBE9-BED3-54EBA5A45F2B}"/>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contenido 3">
            <a:extLst>
              <a:ext uri="{FF2B5EF4-FFF2-40B4-BE49-F238E27FC236}">
                <a16:creationId xmlns:a16="http://schemas.microsoft.com/office/drawing/2014/main" id="{2C6B8071-42BF-3407-F7B2-1DDCD323345A}"/>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5" name="Marcador de fecha 4">
            <a:extLst>
              <a:ext uri="{FF2B5EF4-FFF2-40B4-BE49-F238E27FC236}">
                <a16:creationId xmlns:a16="http://schemas.microsoft.com/office/drawing/2014/main" id="{18B91B20-8364-6023-F5DD-0481ECC551BF}"/>
              </a:ext>
            </a:extLst>
          </p:cNvPr>
          <p:cNvSpPr>
            <a:spLocks noGrp="1"/>
          </p:cNvSpPr>
          <p:nvPr>
            <p:ph type="dt" sz="half" idx="10"/>
          </p:nvPr>
        </p:nvSpPr>
        <p:spPr/>
        <p:txBody>
          <a:bodyPr/>
          <a:lstStyle/>
          <a:p>
            <a:fld id="{388719F7-D5A7-49DD-8BB7-8E85473BD84F}" type="datetimeFigureOut">
              <a:rPr lang="es-PE" smtClean="0"/>
              <a:t>11/02/2026</a:t>
            </a:fld>
            <a:endParaRPr lang="es-PE"/>
          </a:p>
        </p:txBody>
      </p:sp>
      <p:sp>
        <p:nvSpPr>
          <p:cNvPr id="6" name="Marcador de pie de página 5">
            <a:extLst>
              <a:ext uri="{FF2B5EF4-FFF2-40B4-BE49-F238E27FC236}">
                <a16:creationId xmlns:a16="http://schemas.microsoft.com/office/drawing/2014/main" id="{8511FD23-F65F-0E1D-09AC-7746CF4A768C}"/>
              </a:ext>
            </a:extLst>
          </p:cNvPr>
          <p:cNvSpPr>
            <a:spLocks noGrp="1"/>
          </p:cNvSpPr>
          <p:nvPr>
            <p:ph type="ftr" sz="quarter" idx="11"/>
          </p:nvPr>
        </p:nvSpPr>
        <p:spPr/>
        <p:txBody>
          <a:bodyPr/>
          <a:lstStyle/>
          <a:p>
            <a:endParaRPr lang="es-PE"/>
          </a:p>
        </p:txBody>
      </p:sp>
      <p:sp>
        <p:nvSpPr>
          <p:cNvPr id="7" name="Marcador de número de diapositiva 6">
            <a:extLst>
              <a:ext uri="{FF2B5EF4-FFF2-40B4-BE49-F238E27FC236}">
                <a16:creationId xmlns:a16="http://schemas.microsoft.com/office/drawing/2014/main" id="{91A687CE-1688-28C6-3507-07B23C7B3A01}"/>
              </a:ext>
            </a:extLst>
          </p:cNvPr>
          <p:cNvSpPr>
            <a:spLocks noGrp="1"/>
          </p:cNvSpPr>
          <p:nvPr>
            <p:ph type="sldNum" sz="quarter" idx="12"/>
          </p:nvPr>
        </p:nvSpPr>
        <p:spPr/>
        <p:txBody>
          <a:bodyPr/>
          <a:lstStyle/>
          <a:p>
            <a:fld id="{1EE4A28C-463F-4FA9-8E41-F2C2F8AFA73F}" type="slidenum">
              <a:rPr lang="es-PE" smtClean="0"/>
              <a:t>‹Nº›</a:t>
            </a:fld>
            <a:endParaRPr lang="es-PE"/>
          </a:p>
        </p:txBody>
      </p:sp>
    </p:spTree>
    <p:extLst>
      <p:ext uri="{BB962C8B-B14F-4D97-AF65-F5344CB8AC3E}">
        <p14:creationId xmlns:p14="http://schemas.microsoft.com/office/powerpoint/2010/main" val="41960308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119CB43-7E7E-C75F-748E-8D9FEE504CDA}"/>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PE"/>
          </a:p>
        </p:txBody>
      </p:sp>
      <p:sp>
        <p:nvSpPr>
          <p:cNvPr id="3" name="Marcador de texto 2">
            <a:extLst>
              <a:ext uri="{FF2B5EF4-FFF2-40B4-BE49-F238E27FC236}">
                <a16:creationId xmlns:a16="http://schemas.microsoft.com/office/drawing/2014/main" id="{06ACC9B0-D839-ED26-03CE-A0F517BC22C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4DCA4638-0ABD-2F26-216B-48A776F138F2}"/>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5" name="Marcador de texto 4">
            <a:extLst>
              <a:ext uri="{FF2B5EF4-FFF2-40B4-BE49-F238E27FC236}">
                <a16:creationId xmlns:a16="http://schemas.microsoft.com/office/drawing/2014/main" id="{D7374C7F-0D08-EA52-EBDC-1BFFDB04D26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3A15294F-ED2C-6F77-DEF3-D6CAAAB80275}"/>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7" name="Marcador de fecha 6">
            <a:extLst>
              <a:ext uri="{FF2B5EF4-FFF2-40B4-BE49-F238E27FC236}">
                <a16:creationId xmlns:a16="http://schemas.microsoft.com/office/drawing/2014/main" id="{76FA2061-A415-0DDB-22A6-CBDB3C0F3C08}"/>
              </a:ext>
            </a:extLst>
          </p:cNvPr>
          <p:cNvSpPr>
            <a:spLocks noGrp="1"/>
          </p:cNvSpPr>
          <p:nvPr>
            <p:ph type="dt" sz="half" idx="10"/>
          </p:nvPr>
        </p:nvSpPr>
        <p:spPr/>
        <p:txBody>
          <a:bodyPr/>
          <a:lstStyle/>
          <a:p>
            <a:fld id="{388719F7-D5A7-49DD-8BB7-8E85473BD84F}" type="datetimeFigureOut">
              <a:rPr lang="es-PE" smtClean="0"/>
              <a:t>11/02/2026</a:t>
            </a:fld>
            <a:endParaRPr lang="es-PE"/>
          </a:p>
        </p:txBody>
      </p:sp>
      <p:sp>
        <p:nvSpPr>
          <p:cNvPr id="8" name="Marcador de pie de página 7">
            <a:extLst>
              <a:ext uri="{FF2B5EF4-FFF2-40B4-BE49-F238E27FC236}">
                <a16:creationId xmlns:a16="http://schemas.microsoft.com/office/drawing/2014/main" id="{588CC494-CD58-A988-7281-B9A98FFAF5F9}"/>
              </a:ext>
            </a:extLst>
          </p:cNvPr>
          <p:cNvSpPr>
            <a:spLocks noGrp="1"/>
          </p:cNvSpPr>
          <p:nvPr>
            <p:ph type="ftr" sz="quarter" idx="11"/>
          </p:nvPr>
        </p:nvSpPr>
        <p:spPr/>
        <p:txBody>
          <a:bodyPr/>
          <a:lstStyle/>
          <a:p>
            <a:endParaRPr lang="es-PE"/>
          </a:p>
        </p:txBody>
      </p:sp>
      <p:sp>
        <p:nvSpPr>
          <p:cNvPr id="9" name="Marcador de número de diapositiva 8">
            <a:extLst>
              <a:ext uri="{FF2B5EF4-FFF2-40B4-BE49-F238E27FC236}">
                <a16:creationId xmlns:a16="http://schemas.microsoft.com/office/drawing/2014/main" id="{B0A7AC76-80A8-1009-F7B1-6B6C7198923A}"/>
              </a:ext>
            </a:extLst>
          </p:cNvPr>
          <p:cNvSpPr>
            <a:spLocks noGrp="1"/>
          </p:cNvSpPr>
          <p:nvPr>
            <p:ph type="sldNum" sz="quarter" idx="12"/>
          </p:nvPr>
        </p:nvSpPr>
        <p:spPr/>
        <p:txBody>
          <a:bodyPr/>
          <a:lstStyle/>
          <a:p>
            <a:fld id="{1EE4A28C-463F-4FA9-8E41-F2C2F8AFA73F}" type="slidenum">
              <a:rPr lang="es-PE" smtClean="0"/>
              <a:t>‹Nº›</a:t>
            </a:fld>
            <a:endParaRPr lang="es-PE"/>
          </a:p>
        </p:txBody>
      </p:sp>
    </p:spTree>
    <p:extLst>
      <p:ext uri="{BB962C8B-B14F-4D97-AF65-F5344CB8AC3E}">
        <p14:creationId xmlns:p14="http://schemas.microsoft.com/office/powerpoint/2010/main" val="24445686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72316B1-2A26-56E9-6102-7AECFE9220E7}"/>
              </a:ext>
            </a:extLst>
          </p:cNvPr>
          <p:cNvSpPr>
            <a:spLocks noGrp="1"/>
          </p:cNvSpPr>
          <p:nvPr>
            <p:ph type="title"/>
          </p:nvPr>
        </p:nvSpPr>
        <p:spPr/>
        <p:txBody>
          <a:bodyPr/>
          <a:lstStyle/>
          <a:p>
            <a:r>
              <a:rPr lang="es-ES"/>
              <a:t>Haga clic para modificar el estilo de título del patrón</a:t>
            </a:r>
            <a:endParaRPr lang="es-PE"/>
          </a:p>
        </p:txBody>
      </p:sp>
      <p:sp>
        <p:nvSpPr>
          <p:cNvPr id="3" name="Marcador de fecha 2">
            <a:extLst>
              <a:ext uri="{FF2B5EF4-FFF2-40B4-BE49-F238E27FC236}">
                <a16:creationId xmlns:a16="http://schemas.microsoft.com/office/drawing/2014/main" id="{E2524B1C-35BE-E7A9-F614-4619984E7774}"/>
              </a:ext>
            </a:extLst>
          </p:cNvPr>
          <p:cNvSpPr>
            <a:spLocks noGrp="1"/>
          </p:cNvSpPr>
          <p:nvPr>
            <p:ph type="dt" sz="half" idx="10"/>
          </p:nvPr>
        </p:nvSpPr>
        <p:spPr/>
        <p:txBody>
          <a:bodyPr/>
          <a:lstStyle/>
          <a:p>
            <a:fld id="{388719F7-D5A7-49DD-8BB7-8E85473BD84F}" type="datetimeFigureOut">
              <a:rPr lang="es-PE" smtClean="0"/>
              <a:t>11/02/2026</a:t>
            </a:fld>
            <a:endParaRPr lang="es-PE"/>
          </a:p>
        </p:txBody>
      </p:sp>
      <p:sp>
        <p:nvSpPr>
          <p:cNvPr id="4" name="Marcador de pie de página 3">
            <a:extLst>
              <a:ext uri="{FF2B5EF4-FFF2-40B4-BE49-F238E27FC236}">
                <a16:creationId xmlns:a16="http://schemas.microsoft.com/office/drawing/2014/main" id="{5262B5DA-9416-8FAA-1CF8-815CFA1B13F7}"/>
              </a:ext>
            </a:extLst>
          </p:cNvPr>
          <p:cNvSpPr>
            <a:spLocks noGrp="1"/>
          </p:cNvSpPr>
          <p:nvPr>
            <p:ph type="ftr" sz="quarter" idx="11"/>
          </p:nvPr>
        </p:nvSpPr>
        <p:spPr/>
        <p:txBody>
          <a:bodyPr/>
          <a:lstStyle/>
          <a:p>
            <a:endParaRPr lang="es-PE"/>
          </a:p>
        </p:txBody>
      </p:sp>
      <p:sp>
        <p:nvSpPr>
          <p:cNvPr id="5" name="Marcador de número de diapositiva 4">
            <a:extLst>
              <a:ext uri="{FF2B5EF4-FFF2-40B4-BE49-F238E27FC236}">
                <a16:creationId xmlns:a16="http://schemas.microsoft.com/office/drawing/2014/main" id="{749D9A0D-B73B-A634-EF04-AC32824EC674}"/>
              </a:ext>
            </a:extLst>
          </p:cNvPr>
          <p:cNvSpPr>
            <a:spLocks noGrp="1"/>
          </p:cNvSpPr>
          <p:nvPr>
            <p:ph type="sldNum" sz="quarter" idx="12"/>
          </p:nvPr>
        </p:nvSpPr>
        <p:spPr/>
        <p:txBody>
          <a:bodyPr/>
          <a:lstStyle/>
          <a:p>
            <a:fld id="{1EE4A28C-463F-4FA9-8E41-F2C2F8AFA73F}" type="slidenum">
              <a:rPr lang="es-PE" smtClean="0"/>
              <a:t>‹Nº›</a:t>
            </a:fld>
            <a:endParaRPr lang="es-PE"/>
          </a:p>
        </p:txBody>
      </p:sp>
    </p:spTree>
    <p:extLst>
      <p:ext uri="{BB962C8B-B14F-4D97-AF65-F5344CB8AC3E}">
        <p14:creationId xmlns:p14="http://schemas.microsoft.com/office/powerpoint/2010/main" val="22693546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FC9F461B-9B68-E457-91DC-04BD7EAB72AD}"/>
              </a:ext>
            </a:extLst>
          </p:cNvPr>
          <p:cNvSpPr>
            <a:spLocks noGrp="1"/>
          </p:cNvSpPr>
          <p:nvPr>
            <p:ph type="dt" sz="half" idx="10"/>
          </p:nvPr>
        </p:nvSpPr>
        <p:spPr/>
        <p:txBody>
          <a:bodyPr/>
          <a:lstStyle/>
          <a:p>
            <a:fld id="{388719F7-D5A7-49DD-8BB7-8E85473BD84F}" type="datetimeFigureOut">
              <a:rPr lang="es-PE" smtClean="0"/>
              <a:t>11/02/2026</a:t>
            </a:fld>
            <a:endParaRPr lang="es-PE"/>
          </a:p>
        </p:txBody>
      </p:sp>
      <p:sp>
        <p:nvSpPr>
          <p:cNvPr id="3" name="Marcador de pie de página 2">
            <a:extLst>
              <a:ext uri="{FF2B5EF4-FFF2-40B4-BE49-F238E27FC236}">
                <a16:creationId xmlns:a16="http://schemas.microsoft.com/office/drawing/2014/main" id="{DC45BC41-D5BB-B8DF-F9F3-E6752CB8C0D8}"/>
              </a:ext>
            </a:extLst>
          </p:cNvPr>
          <p:cNvSpPr>
            <a:spLocks noGrp="1"/>
          </p:cNvSpPr>
          <p:nvPr>
            <p:ph type="ftr" sz="quarter" idx="11"/>
          </p:nvPr>
        </p:nvSpPr>
        <p:spPr/>
        <p:txBody>
          <a:bodyPr/>
          <a:lstStyle/>
          <a:p>
            <a:endParaRPr lang="es-PE"/>
          </a:p>
        </p:txBody>
      </p:sp>
      <p:sp>
        <p:nvSpPr>
          <p:cNvPr id="4" name="Marcador de número de diapositiva 3">
            <a:extLst>
              <a:ext uri="{FF2B5EF4-FFF2-40B4-BE49-F238E27FC236}">
                <a16:creationId xmlns:a16="http://schemas.microsoft.com/office/drawing/2014/main" id="{3D497311-53A9-8FB8-7078-DCAF63A3131E}"/>
              </a:ext>
            </a:extLst>
          </p:cNvPr>
          <p:cNvSpPr>
            <a:spLocks noGrp="1"/>
          </p:cNvSpPr>
          <p:nvPr>
            <p:ph type="sldNum" sz="quarter" idx="12"/>
          </p:nvPr>
        </p:nvSpPr>
        <p:spPr/>
        <p:txBody>
          <a:bodyPr/>
          <a:lstStyle/>
          <a:p>
            <a:fld id="{1EE4A28C-463F-4FA9-8E41-F2C2F8AFA73F}" type="slidenum">
              <a:rPr lang="es-PE" smtClean="0"/>
              <a:t>‹Nº›</a:t>
            </a:fld>
            <a:endParaRPr lang="es-PE"/>
          </a:p>
        </p:txBody>
      </p:sp>
    </p:spTree>
    <p:extLst>
      <p:ext uri="{BB962C8B-B14F-4D97-AF65-F5344CB8AC3E}">
        <p14:creationId xmlns:p14="http://schemas.microsoft.com/office/powerpoint/2010/main" val="33586803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90AEF4D-9599-50FC-10CE-09A44F7F1DEB}"/>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PE"/>
          </a:p>
        </p:txBody>
      </p:sp>
      <p:sp>
        <p:nvSpPr>
          <p:cNvPr id="3" name="Marcador de contenido 2">
            <a:extLst>
              <a:ext uri="{FF2B5EF4-FFF2-40B4-BE49-F238E27FC236}">
                <a16:creationId xmlns:a16="http://schemas.microsoft.com/office/drawing/2014/main" id="{C832DFC3-8C8A-78B0-FB09-727F648A2E3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texto 3">
            <a:extLst>
              <a:ext uri="{FF2B5EF4-FFF2-40B4-BE49-F238E27FC236}">
                <a16:creationId xmlns:a16="http://schemas.microsoft.com/office/drawing/2014/main" id="{279AC4BF-6E07-6E45-95E8-056C57AE0CC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F0BE3AAC-ECFB-D0F7-01CC-C5DBA405D1BB}"/>
              </a:ext>
            </a:extLst>
          </p:cNvPr>
          <p:cNvSpPr>
            <a:spLocks noGrp="1"/>
          </p:cNvSpPr>
          <p:nvPr>
            <p:ph type="dt" sz="half" idx="10"/>
          </p:nvPr>
        </p:nvSpPr>
        <p:spPr/>
        <p:txBody>
          <a:bodyPr/>
          <a:lstStyle/>
          <a:p>
            <a:fld id="{388719F7-D5A7-49DD-8BB7-8E85473BD84F}" type="datetimeFigureOut">
              <a:rPr lang="es-PE" smtClean="0"/>
              <a:t>11/02/2026</a:t>
            </a:fld>
            <a:endParaRPr lang="es-PE"/>
          </a:p>
        </p:txBody>
      </p:sp>
      <p:sp>
        <p:nvSpPr>
          <p:cNvPr id="6" name="Marcador de pie de página 5">
            <a:extLst>
              <a:ext uri="{FF2B5EF4-FFF2-40B4-BE49-F238E27FC236}">
                <a16:creationId xmlns:a16="http://schemas.microsoft.com/office/drawing/2014/main" id="{27875159-585B-191D-67EC-32A35F4AAFE9}"/>
              </a:ext>
            </a:extLst>
          </p:cNvPr>
          <p:cNvSpPr>
            <a:spLocks noGrp="1"/>
          </p:cNvSpPr>
          <p:nvPr>
            <p:ph type="ftr" sz="quarter" idx="11"/>
          </p:nvPr>
        </p:nvSpPr>
        <p:spPr/>
        <p:txBody>
          <a:bodyPr/>
          <a:lstStyle/>
          <a:p>
            <a:endParaRPr lang="es-PE"/>
          </a:p>
        </p:txBody>
      </p:sp>
      <p:sp>
        <p:nvSpPr>
          <p:cNvPr id="7" name="Marcador de número de diapositiva 6">
            <a:extLst>
              <a:ext uri="{FF2B5EF4-FFF2-40B4-BE49-F238E27FC236}">
                <a16:creationId xmlns:a16="http://schemas.microsoft.com/office/drawing/2014/main" id="{D4C4F7D5-281D-118C-BD8C-2B528DF87C72}"/>
              </a:ext>
            </a:extLst>
          </p:cNvPr>
          <p:cNvSpPr>
            <a:spLocks noGrp="1"/>
          </p:cNvSpPr>
          <p:nvPr>
            <p:ph type="sldNum" sz="quarter" idx="12"/>
          </p:nvPr>
        </p:nvSpPr>
        <p:spPr/>
        <p:txBody>
          <a:bodyPr/>
          <a:lstStyle/>
          <a:p>
            <a:fld id="{1EE4A28C-463F-4FA9-8E41-F2C2F8AFA73F}" type="slidenum">
              <a:rPr lang="es-PE" smtClean="0"/>
              <a:t>‹Nº›</a:t>
            </a:fld>
            <a:endParaRPr lang="es-PE"/>
          </a:p>
        </p:txBody>
      </p:sp>
    </p:spTree>
    <p:extLst>
      <p:ext uri="{BB962C8B-B14F-4D97-AF65-F5344CB8AC3E}">
        <p14:creationId xmlns:p14="http://schemas.microsoft.com/office/powerpoint/2010/main" val="32134282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445200E-D2E3-5838-A154-9B3B231066BB}"/>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PE"/>
          </a:p>
        </p:txBody>
      </p:sp>
      <p:sp>
        <p:nvSpPr>
          <p:cNvPr id="3" name="Marcador de posición de imagen 2">
            <a:extLst>
              <a:ext uri="{FF2B5EF4-FFF2-40B4-BE49-F238E27FC236}">
                <a16:creationId xmlns:a16="http://schemas.microsoft.com/office/drawing/2014/main" id="{28EFF08A-3634-1D14-0D05-830328EA620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PE"/>
          </a:p>
        </p:txBody>
      </p:sp>
      <p:sp>
        <p:nvSpPr>
          <p:cNvPr id="4" name="Marcador de texto 3">
            <a:extLst>
              <a:ext uri="{FF2B5EF4-FFF2-40B4-BE49-F238E27FC236}">
                <a16:creationId xmlns:a16="http://schemas.microsoft.com/office/drawing/2014/main" id="{CB883CEC-8B8C-475A-A44A-29171632596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796D8FCA-520E-EDDD-1291-605A9EBC0798}"/>
              </a:ext>
            </a:extLst>
          </p:cNvPr>
          <p:cNvSpPr>
            <a:spLocks noGrp="1"/>
          </p:cNvSpPr>
          <p:nvPr>
            <p:ph type="dt" sz="half" idx="10"/>
          </p:nvPr>
        </p:nvSpPr>
        <p:spPr/>
        <p:txBody>
          <a:bodyPr/>
          <a:lstStyle/>
          <a:p>
            <a:fld id="{388719F7-D5A7-49DD-8BB7-8E85473BD84F}" type="datetimeFigureOut">
              <a:rPr lang="es-PE" smtClean="0"/>
              <a:t>11/02/2026</a:t>
            </a:fld>
            <a:endParaRPr lang="es-PE"/>
          </a:p>
        </p:txBody>
      </p:sp>
      <p:sp>
        <p:nvSpPr>
          <p:cNvPr id="6" name="Marcador de pie de página 5">
            <a:extLst>
              <a:ext uri="{FF2B5EF4-FFF2-40B4-BE49-F238E27FC236}">
                <a16:creationId xmlns:a16="http://schemas.microsoft.com/office/drawing/2014/main" id="{D5C2424F-A235-BB1A-B6AE-3364D322D1FF}"/>
              </a:ext>
            </a:extLst>
          </p:cNvPr>
          <p:cNvSpPr>
            <a:spLocks noGrp="1"/>
          </p:cNvSpPr>
          <p:nvPr>
            <p:ph type="ftr" sz="quarter" idx="11"/>
          </p:nvPr>
        </p:nvSpPr>
        <p:spPr/>
        <p:txBody>
          <a:bodyPr/>
          <a:lstStyle/>
          <a:p>
            <a:endParaRPr lang="es-PE"/>
          </a:p>
        </p:txBody>
      </p:sp>
      <p:sp>
        <p:nvSpPr>
          <p:cNvPr id="7" name="Marcador de número de diapositiva 6">
            <a:extLst>
              <a:ext uri="{FF2B5EF4-FFF2-40B4-BE49-F238E27FC236}">
                <a16:creationId xmlns:a16="http://schemas.microsoft.com/office/drawing/2014/main" id="{E9DFCAF2-A23A-20C9-526F-C4ADAB399FC7}"/>
              </a:ext>
            </a:extLst>
          </p:cNvPr>
          <p:cNvSpPr>
            <a:spLocks noGrp="1"/>
          </p:cNvSpPr>
          <p:nvPr>
            <p:ph type="sldNum" sz="quarter" idx="12"/>
          </p:nvPr>
        </p:nvSpPr>
        <p:spPr/>
        <p:txBody>
          <a:bodyPr/>
          <a:lstStyle/>
          <a:p>
            <a:fld id="{1EE4A28C-463F-4FA9-8E41-F2C2F8AFA73F}" type="slidenum">
              <a:rPr lang="es-PE" smtClean="0"/>
              <a:t>‹Nº›</a:t>
            </a:fld>
            <a:endParaRPr lang="es-PE"/>
          </a:p>
        </p:txBody>
      </p:sp>
    </p:spTree>
    <p:extLst>
      <p:ext uri="{BB962C8B-B14F-4D97-AF65-F5344CB8AC3E}">
        <p14:creationId xmlns:p14="http://schemas.microsoft.com/office/powerpoint/2010/main" val="31279210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2D0ABE0-2E9D-A2F1-874D-139935B2EA92}"/>
              </a:ext>
            </a:extLst>
          </p:cNvPr>
          <p:cNvSpPr>
            <a:spLocks noGrp="1"/>
          </p:cNvSpPr>
          <p:nvPr>
            <p:ph type="title"/>
          </p:nvPr>
        </p:nvSpPr>
        <p:spPr/>
        <p:txBody>
          <a:bodyPr/>
          <a:lstStyle/>
          <a:p>
            <a:r>
              <a:rPr lang="es-ES"/>
              <a:t>Haga clic para modificar el estilo de título del patrón</a:t>
            </a:r>
            <a:endParaRPr lang="es-PE"/>
          </a:p>
        </p:txBody>
      </p:sp>
      <p:sp>
        <p:nvSpPr>
          <p:cNvPr id="3" name="Marcador de texto vertical 2">
            <a:extLst>
              <a:ext uri="{FF2B5EF4-FFF2-40B4-BE49-F238E27FC236}">
                <a16:creationId xmlns:a16="http://schemas.microsoft.com/office/drawing/2014/main" id="{ABB7759D-8EF5-13A1-2610-098BFB33EEC8}"/>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fecha 3">
            <a:extLst>
              <a:ext uri="{FF2B5EF4-FFF2-40B4-BE49-F238E27FC236}">
                <a16:creationId xmlns:a16="http://schemas.microsoft.com/office/drawing/2014/main" id="{297BCD9B-7C07-FE8F-4EE3-8B9F02E4C683}"/>
              </a:ext>
            </a:extLst>
          </p:cNvPr>
          <p:cNvSpPr>
            <a:spLocks noGrp="1"/>
          </p:cNvSpPr>
          <p:nvPr>
            <p:ph type="dt" sz="half" idx="10"/>
          </p:nvPr>
        </p:nvSpPr>
        <p:spPr/>
        <p:txBody>
          <a:bodyPr/>
          <a:lstStyle/>
          <a:p>
            <a:fld id="{388719F7-D5A7-49DD-8BB7-8E85473BD84F}" type="datetimeFigureOut">
              <a:rPr lang="es-PE" smtClean="0"/>
              <a:t>11/02/2026</a:t>
            </a:fld>
            <a:endParaRPr lang="es-PE"/>
          </a:p>
        </p:txBody>
      </p:sp>
      <p:sp>
        <p:nvSpPr>
          <p:cNvPr id="5" name="Marcador de pie de página 4">
            <a:extLst>
              <a:ext uri="{FF2B5EF4-FFF2-40B4-BE49-F238E27FC236}">
                <a16:creationId xmlns:a16="http://schemas.microsoft.com/office/drawing/2014/main" id="{97DE957E-FF63-8E83-4C08-51D655FB112D}"/>
              </a:ext>
            </a:extLst>
          </p:cNvPr>
          <p:cNvSpPr>
            <a:spLocks noGrp="1"/>
          </p:cNvSpPr>
          <p:nvPr>
            <p:ph type="ftr" sz="quarter" idx="11"/>
          </p:nvPr>
        </p:nvSpPr>
        <p:spPr/>
        <p:txBody>
          <a:bodyPr/>
          <a:lstStyle/>
          <a:p>
            <a:endParaRPr lang="es-PE"/>
          </a:p>
        </p:txBody>
      </p:sp>
      <p:sp>
        <p:nvSpPr>
          <p:cNvPr id="6" name="Marcador de número de diapositiva 5">
            <a:extLst>
              <a:ext uri="{FF2B5EF4-FFF2-40B4-BE49-F238E27FC236}">
                <a16:creationId xmlns:a16="http://schemas.microsoft.com/office/drawing/2014/main" id="{5B654E41-28E0-F2DC-F493-5A25D7EE7AB7}"/>
              </a:ext>
            </a:extLst>
          </p:cNvPr>
          <p:cNvSpPr>
            <a:spLocks noGrp="1"/>
          </p:cNvSpPr>
          <p:nvPr>
            <p:ph type="sldNum" sz="quarter" idx="12"/>
          </p:nvPr>
        </p:nvSpPr>
        <p:spPr/>
        <p:txBody>
          <a:bodyPr/>
          <a:lstStyle/>
          <a:p>
            <a:fld id="{1EE4A28C-463F-4FA9-8E41-F2C2F8AFA73F}" type="slidenum">
              <a:rPr lang="es-PE" smtClean="0"/>
              <a:t>‹Nº›</a:t>
            </a:fld>
            <a:endParaRPr lang="es-PE"/>
          </a:p>
        </p:txBody>
      </p:sp>
    </p:spTree>
    <p:extLst>
      <p:ext uri="{BB962C8B-B14F-4D97-AF65-F5344CB8AC3E}">
        <p14:creationId xmlns:p14="http://schemas.microsoft.com/office/powerpoint/2010/main" val="587371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CBAF4ECF-E374-28B6-112C-C957BEC51171}"/>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PE"/>
          </a:p>
        </p:txBody>
      </p:sp>
      <p:sp>
        <p:nvSpPr>
          <p:cNvPr id="3" name="Marcador de texto vertical 2">
            <a:extLst>
              <a:ext uri="{FF2B5EF4-FFF2-40B4-BE49-F238E27FC236}">
                <a16:creationId xmlns:a16="http://schemas.microsoft.com/office/drawing/2014/main" id="{7CA3570A-B128-7C71-9BDE-8D0D783AD4B5}"/>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fecha 3">
            <a:extLst>
              <a:ext uri="{FF2B5EF4-FFF2-40B4-BE49-F238E27FC236}">
                <a16:creationId xmlns:a16="http://schemas.microsoft.com/office/drawing/2014/main" id="{8C4B2427-BEB7-64A5-4C6F-AE469756FD05}"/>
              </a:ext>
            </a:extLst>
          </p:cNvPr>
          <p:cNvSpPr>
            <a:spLocks noGrp="1"/>
          </p:cNvSpPr>
          <p:nvPr>
            <p:ph type="dt" sz="half" idx="10"/>
          </p:nvPr>
        </p:nvSpPr>
        <p:spPr/>
        <p:txBody>
          <a:bodyPr/>
          <a:lstStyle/>
          <a:p>
            <a:fld id="{388719F7-D5A7-49DD-8BB7-8E85473BD84F}" type="datetimeFigureOut">
              <a:rPr lang="es-PE" smtClean="0"/>
              <a:t>11/02/2026</a:t>
            </a:fld>
            <a:endParaRPr lang="es-PE"/>
          </a:p>
        </p:txBody>
      </p:sp>
      <p:sp>
        <p:nvSpPr>
          <p:cNvPr id="5" name="Marcador de pie de página 4">
            <a:extLst>
              <a:ext uri="{FF2B5EF4-FFF2-40B4-BE49-F238E27FC236}">
                <a16:creationId xmlns:a16="http://schemas.microsoft.com/office/drawing/2014/main" id="{29CBE3B0-FD4D-2512-6995-4F0251A0053F}"/>
              </a:ext>
            </a:extLst>
          </p:cNvPr>
          <p:cNvSpPr>
            <a:spLocks noGrp="1"/>
          </p:cNvSpPr>
          <p:nvPr>
            <p:ph type="ftr" sz="quarter" idx="11"/>
          </p:nvPr>
        </p:nvSpPr>
        <p:spPr/>
        <p:txBody>
          <a:bodyPr/>
          <a:lstStyle/>
          <a:p>
            <a:endParaRPr lang="es-PE"/>
          </a:p>
        </p:txBody>
      </p:sp>
      <p:sp>
        <p:nvSpPr>
          <p:cNvPr id="6" name="Marcador de número de diapositiva 5">
            <a:extLst>
              <a:ext uri="{FF2B5EF4-FFF2-40B4-BE49-F238E27FC236}">
                <a16:creationId xmlns:a16="http://schemas.microsoft.com/office/drawing/2014/main" id="{95365337-D6B5-DB01-B298-4B1CEEAC47AE}"/>
              </a:ext>
            </a:extLst>
          </p:cNvPr>
          <p:cNvSpPr>
            <a:spLocks noGrp="1"/>
          </p:cNvSpPr>
          <p:nvPr>
            <p:ph type="sldNum" sz="quarter" idx="12"/>
          </p:nvPr>
        </p:nvSpPr>
        <p:spPr/>
        <p:txBody>
          <a:bodyPr/>
          <a:lstStyle/>
          <a:p>
            <a:fld id="{1EE4A28C-463F-4FA9-8E41-F2C2F8AFA73F}" type="slidenum">
              <a:rPr lang="es-PE" smtClean="0"/>
              <a:t>‹Nº›</a:t>
            </a:fld>
            <a:endParaRPr lang="es-PE"/>
          </a:p>
        </p:txBody>
      </p:sp>
    </p:spTree>
    <p:extLst>
      <p:ext uri="{BB962C8B-B14F-4D97-AF65-F5344CB8AC3E}">
        <p14:creationId xmlns:p14="http://schemas.microsoft.com/office/powerpoint/2010/main" val="11766808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04795FDE-D464-7FE3-CF25-1DE10CC40DC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PE"/>
          </a:p>
        </p:txBody>
      </p:sp>
      <p:sp>
        <p:nvSpPr>
          <p:cNvPr id="3" name="Marcador de texto 2">
            <a:extLst>
              <a:ext uri="{FF2B5EF4-FFF2-40B4-BE49-F238E27FC236}">
                <a16:creationId xmlns:a16="http://schemas.microsoft.com/office/drawing/2014/main" id="{D329A012-01EC-A4A0-B848-15293586825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fecha 3">
            <a:extLst>
              <a:ext uri="{FF2B5EF4-FFF2-40B4-BE49-F238E27FC236}">
                <a16:creationId xmlns:a16="http://schemas.microsoft.com/office/drawing/2014/main" id="{A62CF3A9-867B-D81B-B6D6-9FE469C66B1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88719F7-D5A7-49DD-8BB7-8E85473BD84F}" type="datetimeFigureOut">
              <a:rPr lang="es-PE" smtClean="0"/>
              <a:t>11/02/2026</a:t>
            </a:fld>
            <a:endParaRPr lang="es-PE"/>
          </a:p>
        </p:txBody>
      </p:sp>
      <p:sp>
        <p:nvSpPr>
          <p:cNvPr id="5" name="Marcador de pie de página 4">
            <a:extLst>
              <a:ext uri="{FF2B5EF4-FFF2-40B4-BE49-F238E27FC236}">
                <a16:creationId xmlns:a16="http://schemas.microsoft.com/office/drawing/2014/main" id="{0FBB107A-69BF-6FB1-ADC5-9986E239E43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PE"/>
          </a:p>
        </p:txBody>
      </p:sp>
      <p:sp>
        <p:nvSpPr>
          <p:cNvPr id="6" name="Marcador de número de diapositiva 5">
            <a:extLst>
              <a:ext uri="{FF2B5EF4-FFF2-40B4-BE49-F238E27FC236}">
                <a16:creationId xmlns:a16="http://schemas.microsoft.com/office/drawing/2014/main" id="{79B354C6-5408-3F38-652E-A26E770559F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EE4A28C-463F-4FA9-8E41-F2C2F8AFA73F}" type="slidenum">
              <a:rPr lang="es-PE" smtClean="0"/>
              <a:t>‹Nº›</a:t>
            </a:fld>
            <a:endParaRPr lang="es-PE"/>
          </a:p>
        </p:txBody>
      </p:sp>
    </p:spTree>
    <p:extLst>
      <p:ext uri="{BB962C8B-B14F-4D97-AF65-F5344CB8AC3E}">
        <p14:creationId xmlns:p14="http://schemas.microsoft.com/office/powerpoint/2010/main" val="263680874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9" name="Rectangle 26">
            <a:extLst>
              <a:ext uri="{FF2B5EF4-FFF2-40B4-BE49-F238E27FC236}">
                <a16:creationId xmlns:a16="http://schemas.microsoft.com/office/drawing/2014/main" id="{43C48B49-6135-48B6-AC0F-97E5D8D1F0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66EF816F-89D4-E93E-4DF4-7B6EF2F11287}"/>
              </a:ext>
            </a:extLst>
          </p:cNvPr>
          <p:cNvSpPr>
            <a:spLocks noGrp="1"/>
          </p:cNvSpPr>
          <p:nvPr>
            <p:ph type="ctrTitle"/>
          </p:nvPr>
        </p:nvSpPr>
        <p:spPr>
          <a:xfrm>
            <a:off x="1329766" y="1146412"/>
            <a:ext cx="9014348" cy="2402006"/>
          </a:xfrm>
        </p:spPr>
        <p:txBody>
          <a:bodyPr anchor="b">
            <a:normAutofit/>
          </a:bodyPr>
          <a:lstStyle/>
          <a:p>
            <a:pPr algn="l"/>
            <a:r>
              <a:rPr lang="es-PE" sz="4800" dirty="0"/>
              <a:t>Informe final evaluación tiendas</a:t>
            </a:r>
          </a:p>
        </p:txBody>
      </p:sp>
      <p:sp>
        <p:nvSpPr>
          <p:cNvPr id="40" name="Rectangle 28">
            <a:extLst>
              <a:ext uri="{FF2B5EF4-FFF2-40B4-BE49-F238E27FC236}">
                <a16:creationId xmlns:a16="http://schemas.microsoft.com/office/drawing/2014/main" id="{9715DAF0-AE1B-46C9-8A6B-DB2AA05AB9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8" y="4374554"/>
            <a:ext cx="12192007" cy="2483444"/>
          </a:xfrm>
          <a:prstGeom prst="rect">
            <a:avLst/>
          </a:prstGeom>
          <a:gradFill>
            <a:gsLst>
              <a:gs pos="0">
                <a:schemeClr val="accent1">
                  <a:lumMod val="75000"/>
                </a:schemeClr>
              </a:gs>
              <a:gs pos="100000">
                <a:srgbClr val="000000"/>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30">
            <a:extLst>
              <a:ext uri="{FF2B5EF4-FFF2-40B4-BE49-F238E27FC236}">
                <a16:creationId xmlns:a16="http://schemas.microsoft.com/office/drawing/2014/main" id="{DC631C0B-6DA6-4E57-8231-CE32B3434A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40655" y="4374554"/>
            <a:ext cx="4051344" cy="2483446"/>
          </a:xfrm>
          <a:prstGeom prst="rect">
            <a:avLst/>
          </a:prstGeom>
          <a:gradFill>
            <a:gsLst>
              <a:gs pos="4000">
                <a:schemeClr val="accent1">
                  <a:alpha val="21000"/>
                </a:schemeClr>
              </a:gs>
              <a:gs pos="83000">
                <a:schemeClr val="accent1">
                  <a:lumMod val="50000"/>
                  <a:alpha val="61000"/>
                </a:scheme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32">
            <a:extLst>
              <a:ext uri="{FF2B5EF4-FFF2-40B4-BE49-F238E27FC236}">
                <a16:creationId xmlns:a16="http://schemas.microsoft.com/office/drawing/2014/main" id="{F256AC18-FB41-4977-8B0C-F5082335AB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4379429"/>
            <a:ext cx="12191984" cy="1953928"/>
          </a:xfrm>
          <a:prstGeom prst="rect">
            <a:avLst/>
          </a:prstGeom>
          <a:gradFill>
            <a:gsLst>
              <a:gs pos="32000">
                <a:schemeClr val="accent1">
                  <a:lumMod val="50000"/>
                  <a:alpha val="0"/>
                </a:schemeClr>
              </a:gs>
              <a:gs pos="100000">
                <a:schemeClr val="accent1">
                  <a:alpha val="5500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34">
            <a:extLst>
              <a:ext uri="{FF2B5EF4-FFF2-40B4-BE49-F238E27FC236}">
                <a16:creationId xmlns:a16="http://schemas.microsoft.com/office/drawing/2014/main" id="{AFF4A713-7B75-4B21-90D7-5AB19547C7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 y="4380927"/>
            <a:ext cx="12192000" cy="2019443"/>
          </a:xfrm>
          <a:prstGeom prst="rect">
            <a:avLst/>
          </a:prstGeom>
          <a:gradFill>
            <a:gsLst>
              <a:gs pos="32000">
                <a:schemeClr val="accent1">
                  <a:lumMod val="50000"/>
                  <a:alpha val="0"/>
                </a:schemeClr>
              </a:gs>
              <a:gs pos="100000">
                <a:srgbClr val="000000">
                  <a:alpha val="45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608318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4155204-A008-FD8F-8FCF-E6BA46BF060D}"/>
              </a:ext>
            </a:extLst>
          </p:cNvPr>
          <p:cNvSpPr>
            <a:spLocks noGrp="1"/>
          </p:cNvSpPr>
          <p:nvPr>
            <p:ph type="title"/>
          </p:nvPr>
        </p:nvSpPr>
        <p:spPr/>
        <p:txBody>
          <a:bodyPr/>
          <a:lstStyle/>
          <a:p>
            <a:r>
              <a:rPr lang="es-PE" dirty="0"/>
              <a:t>Introducción</a:t>
            </a:r>
          </a:p>
        </p:txBody>
      </p:sp>
      <p:sp>
        <p:nvSpPr>
          <p:cNvPr id="3" name="Marcador de contenido 2">
            <a:extLst>
              <a:ext uri="{FF2B5EF4-FFF2-40B4-BE49-F238E27FC236}">
                <a16:creationId xmlns:a16="http://schemas.microsoft.com/office/drawing/2014/main" id="{5BE5D73E-7FCB-6F96-A685-E4E64403A6DA}"/>
              </a:ext>
            </a:extLst>
          </p:cNvPr>
          <p:cNvSpPr>
            <a:spLocks noGrp="1"/>
          </p:cNvSpPr>
          <p:nvPr>
            <p:ph idx="1"/>
          </p:nvPr>
        </p:nvSpPr>
        <p:spPr/>
        <p:txBody>
          <a:bodyPr/>
          <a:lstStyle/>
          <a:p>
            <a:r>
              <a:rPr lang="es-PE" dirty="0"/>
              <a:t>El presente informe busca evaluar  cual de las 4 tiendas del Sr Juan debe ser vendida para ello se hace un análisis de 3 etapas</a:t>
            </a:r>
          </a:p>
          <a:p>
            <a:pPr lvl="1"/>
            <a:r>
              <a:rPr lang="es-PE" dirty="0"/>
              <a:t>Identificamos que tienda genero menos ingresos, sea mas costosa y tenga la peor calificación por los clientes </a:t>
            </a:r>
          </a:p>
          <a:p>
            <a:pPr lvl="1"/>
            <a:r>
              <a:rPr lang="es-PE" dirty="0"/>
              <a:t>Evaluar la estructura de ventas de cada tienda a fin de identificar que tienda, según la categoría de producto, registre menores ventas</a:t>
            </a:r>
          </a:p>
          <a:p>
            <a:pPr lvl="1"/>
            <a:r>
              <a:rPr lang="es-PE" dirty="0"/>
              <a:t>Analizar la relación entre los precios de las tiendas y el costo de envió promedio </a:t>
            </a:r>
          </a:p>
          <a:p>
            <a:pPr lvl="1"/>
            <a:endParaRPr lang="es-PE" dirty="0"/>
          </a:p>
        </p:txBody>
      </p:sp>
    </p:spTree>
    <p:extLst>
      <p:ext uri="{BB962C8B-B14F-4D97-AF65-F5344CB8AC3E}">
        <p14:creationId xmlns:p14="http://schemas.microsoft.com/office/powerpoint/2010/main" val="37645159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40" name="Rectangle 1032">
            <a:extLst>
              <a:ext uri="{FF2B5EF4-FFF2-40B4-BE49-F238E27FC236}">
                <a16:creationId xmlns:a16="http://schemas.microsoft.com/office/drawing/2014/main" id="{0550F5B9-399F-4FAD-AE6C-ED65F9A43A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41" name="Rectangle 1034">
            <a:extLst>
              <a:ext uri="{FF2B5EF4-FFF2-40B4-BE49-F238E27FC236}">
                <a16:creationId xmlns:a16="http://schemas.microsoft.com/office/drawing/2014/main" id="{C062E60F-5CD4-4268-8359-8076634680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4416" y="288350"/>
            <a:ext cx="11167447" cy="2089317"/>
          </a:xfrm>
          <a:prstGeom prst="rect">
            <a:avLst/>
          </a:prstGeom>
          <a:ln w="12700">
            <a:solidFill>
              <a:srgbClr val="DEDEDE"/>
            </a:solidFill>
          </a:ln>
          <a:effectLst>
            <a:outerShdw blurRad="50800" dist="38100" dir="2700000" algn="tl" rotWithShape="0">
              <a:schemeClr val="bg2">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66D1C7A6-5DEC-C0DE-A888-817069179A7E}"/>
              </a:ext>
            </a:extLst>
          </p:cNvPr>
          <p:cNvSpPr>
            <a:spLocks noGrp="1"/>
          </p:cNvSpPr>
          <p:nvPr>
            <p:ph type="title"/>
          </p:nvPr>
        </p:nvSpPr>
        <p:spPr>
          <a:xfrm>
            <a:off x="841248" y="510047"/>
            <a:ext cx="3300984" cy="1645920"/>
          </a:xfrm>
        </p:spPr>
        <p:txBody>
          <a:bodyPr>
            <a:normAutofit/>
          </a:bodyPr>
          <a:lstStyle/>
          <a:p>
            <a:r>
              <a:rPr lang="es-PE" sz="2800" dirty="0"/>
              <a:t>Análisis de ingresos, costos y calificación</a:t>
            </a:r>
          </a:p>
        </p:txBody>
      </p:sp>
      <p:sp>
        <p:nvSpPr>
          <p:cNvPr id="1042" name="Rectangle 1036">
            <a:extLst>
              <a:ext uri="{FF2B5EF4-FFF2-40B4-BE49-F238E27FC236}">
                <a16:creationId xmlns:a16="http://schemas.microsoft.com/office/drawing/2014/main" id="{BB341EC3-1810-4D33-BA3F-E2D0AA0ECF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0408" y="980964"/>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039" name="Rectangle 1038">
            <a:extLst>
              <a:ext uri="{FF2B5EF4-FFF2-40B4-BE49-F238E27FC236}">
                <a16:creationId xmlns:a16="http://schemas.microsoft.com/office/drawing/2014/main" id="{10127CDE-2B99-47A8-BB3C-7D17519105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610864" y="1323863"/>
            <a:ext cx="146304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43" name="Content Placeholder 1029">
            <a:extLst>
              <a:ext uri="{FF2B5EF4-FFF2-40B4-BE49-F238E27FC236}">
                <a16:creationId xmlns:a16="http://schemas.microsoft.com/office/drawing/2014/main" id="{6A651779-47D9-3067-8388-82DFA8B138E0}"/>
              </a:ext>
            </a:extLst>
          </p:cNvPr>
          <p:cNvSpPr>
            <a:spLocks noGrp="1"/>
          </p:cNvSpPr>
          <p:nvPr>
            <p:ph idx="1"/>
          </p:nvPr>
        </p:nvSpPr>
        <p:spPr>
          <a:xfrm>
            <a:off x="4542536" y="601487"/>
            <a:ext cx="6858000" cy="1645920"/>
          </a:xfrm>
        </p:spPr>
        <p:txBody>
          <a:bodyPr anchor="ctr">
            <a:normAutofit fontScale="85000" lnSpcReduction="20000"/>
          </a:bodyPr>
          <a:lstStyle/>
          <a:p>
            <a:r>
              <a:rPr lang="es-PE" sz="1800" noProof="0" dirty="0"/>
              <a:t>El análisis muestra que las 4 tiendas tienen ligeras diferencias en sus ingresos, la brecha  máxima es de 10% entre la  tienda 4 </a:t>
            </a:r>
            <a:r>
              <a:rPr lang="es-PE" sz="1800" dirty="0"/>
              <a:t>y la </a:t>
            </a:r>
            <a:r>
              <a:rPr lang="es-PE" sz="1800" noProof="0" dirty="0"/>
              <a:t>tienda 1. Todas superan los 1000 millones en ventas.</a:t>
            </a:r>
          </a:p>
          <a:p>
            <a:r>
              <a:rPr lang="es-PE" sz="1800" noProof="0" dirty="0"/>
              <a:t>Los costos promedios también son similares, la tienda 1 tiene el mayor coste promedio y la tienda 4 el menor coste promedio, con una diferencia de 10%. Sin embargo, respecto a los ingresos estos costes son relativamente bajos</a:t>
            </a:r>
          </a:p>
          <a:p>
            <a:r>
              <a:rPr lang="es-MX" sz="1800" dirty="0"/>
              <a:t>La tienda 1, pese a ser la que genera mayores ingresos, es la peor evaluada por los clientes y registra la calificación más baja.</a:t>
            </a:r>
          </a:p>
          <a:p>
            <a:endParaRPr lang="es-PE" sz="1800" noProof="0" dirty="0"/>
          </a:p>
        </p:txBody>
      </p:sp>
      <p:pic>
        <p:nvPicPr>
          <p:cNvPr id="4" name="Picture 2" descr="Gráfico, Gráfico de barras&#10;&#10;El contenido generado por IA puede ser incorrecto.">
            <a:extLst>
              <a:ext uri="{FF2B5EF4-FFF2-40B4-BE49-F238E27FC236}">
                <a16:creationId xmlns:a16="http://schemas.microsoft.com/office/drawing/2014/main" id="{56E318B6-F4F7-9FCF-42C3-20DF75816E95}"/>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3913191" y="2599363"/>
            <a:ext cx="3975033" cy="3051159"/>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Gráfico, Gráfico de barras&#10;&#10;El contenido generado por IA puede ser incorrecto.">
            <a:extLst>
              <a:ext uri="{FF2B5EF4-FFF2-40B4-BE49-F238E27FC236}">
                <a16:creationId xmlns:a16="http://schemas.microsoft.com/office/drawing/2014/main" id="{E7421A6A-4C25-75B3-374A-ED65A2D5855B}"/>
              </a:ext>
            </a:extLst>
          </p:cNvPr>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206823" y="2666016"/>
            <a:ext cx="3584448" cy="3051159"/>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6" descr="Gráfico, Gráfico de barras&#10;&#10;El contenido generado por IA puede ser incorrecto.">
            <a:extLst>
              <a:ext uri="{FF2B5EF4-FFF2-40B4-BE49-F238E27FC236}">
                <a16:creationId xmlns:a16="http://schemas.microsoft.com/office/drawing/2014/main" id="{F7B094A1-7D0A-8F29-49B2-B02F9EE3F790}"/>
              </a:ext>
            </a:extLst>
          </p:cNvPr>
          <p:cNvPicPr>
            <a:picLocks noChangeAspect="1" noChangeArrowheads="1"/>
          </p:cNvPicPr>
          <p:nvPr/>
        </p:nvPicPr>
        <p:blipFill>
          <a:blip r:embed="rId5">
            <a:extLst>
              <a:ext uri="{28A0092B-C50C-407E-A947-70E740481C1C}">
                <a14:useLocalDpi xmlns:a14="http://schemas.microsoft.com/office/drawing/2010/main" val="0"/>
              </a:ext>
            </a:extLst>
          </a:blip>
          <a:stretch>
            <a:fillRect/>
          </a:stretch>
        </p:blipFill>
        <p:spPr bwMode="auto">
          <a:xfrm>
            <a:off x="8010143" y="2560049"/>
            <a:ext cx="3711719" cy="30904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509452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1" name="Rectangle 14">
            <a:extLst>
              <a:ext uri="{FF2B5EF4-FFF2-40B4-BE49-F238E27FC236}">
                <a16:creationId xmlns:a16="http://schemas.microsoft.com/office/drawing/2014/main" id="{0B9EE3F3-89B7-43C3-8651-C4C9683099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221E5887-9E84-9446-1D5F-F0D4CA493CB2}"/>
              </a:ext>
            </a:extLst>
          </p:cNvPr>
          <p:cNvSpPr>
            <a:spLocks noGrp="1"/>
          </p:cNvSpPr>
          <p:nvPr>
            <p:ph type="title"/>
          </p:nvPr>
        </p:nvSpPr>
        <p:spPr>
          <a:xfrm>
            <a:off x="411480" y="915239"/>
            <a:ext cx="4443154" cy="1087819"/>
          </a:xfrm>
        </p:spPr>
        <p:txBody>
          <a:bodyPr anchor="b">
            <a:normAutofit/>
          </a:bodyPr>
          <a:lstStyle/>
          <a:p>
            <a:r>
              <a:rPr lang="es-MX" sz="3400" dirty="0"/>
              <a:t>Estructura de ventas por categoría</a:t>
            </a:r>
            <a:endParaRPr lang="es-PE" sz="3400" dirty="0"/>
          </a:p>
        </p:txBody>
      </p:sp>
      <p:sp>
        <p:nvSpPr>
          <p:cNvPr id="32" name="Rectangle 16">
            <a:extLst>
              <a:ext uri="{FF2B5EF4-FFF2-40B4-BE49-F238E27FC236}">
                <a16:creationId xmlns:a16="http://schemas.microsoft.com/office/drawing/2014/main" id="{33AE4636-AEEC-45D6-84D4-7AC2DA48EC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49223" y="387939"/>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3" name="Rectangle 18">
            <a:extLst>
              <a:ext uri="{FF2B5EF4-FFF2-40B4-BE49-F238E27FC236}">
                <a16:creationId xmlns:a16="http://schemas.microsoft.com/office/drawing/2014/main" id="{8D9CE0F4-2EB2-4F1F-8AAC-DB3571D9FE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1480" y="2285541"/>
            <a:ext cx="438912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4" name="Content Placeholder 11">
            <a:extLst>
              <a:ext uri="{FF2B5EF4-FFF2-40B4-BE49-F238E27FC236}">
                <a16:creationId xmlns:a16="http://schemas.microsoft.com/office/drawing/2014/main" id="{52E3CB8E-2D5F-BA98-D992-EC3719E27989}"/>
              </a:ext>
            </a:extLst>
          </p:cNvPr>
          <p:cNvSpPr>
            <a:spLocks noGrp="1"/>
          </p:cNvSpPr>
          <p:nvPr>
            <p:ph idx="1"/>
          </p:nvPr>
        </p:nvSpPr>
        <p:spPr>
          <a:xfrm>
            <a:off x="411480" y="2449893"/>
            <a:ext cx="4443154" cy="3492868"/>
          </a:xfrm>
        </p:spPr>
        <p:txBody>
          <a:bodyPr>
            <a:normAutofit/>
          </a:bodyPr>
          <a:lstStyle/>
          <a:p>
            <a:r>
              <a:rPr lang="es-MX" sz="1900" dirty="0"/>
              <a:t>Las principales categorías de las tiendas son muebles, electrónicos y juguetes. La tienda 2 registra el menor número de ventas en estas categorías frente a las demás.</a:t>
            </a:r>
          </a:p>
          <a:p>
            <a:r>
              <a:rPr lang="es-MX" sz="1900" dirty="0"/>
              <a:t>La tienda 4, aunque ocupa el segundo lugar en ventas en las categorías principales, es la última en ingresos totales y la tercera en calificación de clientes.</a:t>
            </a:r>
          </a:p>
        </p:txBody>
      </p:sp>
      <p:pic>
        <p:nvPicPr>
          <p:cNvPr id="8" name="Marcador de contenido 7" descr="Tabla&#10;&#10;El contenido generado por IA puede ser incorrecto.">
            <a:extLst>
              <a:ext uri="{FF2B5EF4-FFF2-40B4-BE49-F238E27FC236}">
                <a16:creationId xmlns:a16="http://schemas.microsoft.com/office/drawing/2014/main" id="{EE284AB6-81E9-2160-DCFC-E326E5DA63F6}"/>
              </a:ext>
            </a:extLst>
          </p:cNvPr>
          <p:cNvPicPr>
            <a:picLocks noChangeAspect="1"/>
          </p:cNvPicPr>
          <p:nvPr/>
        </p:nvPicPr>
        <p:blipFill>
          <a:blip r:embed="rId2"/>
          <a:stretch>
            <a:fillRect/>
          </a:stretch>
        </p:blipFill>
        <p:spPr>
          <a:xfrm>
            <a:off x="5340096" y="1245043"/>
            <a:ext cx="6440424" cy="3702959"/>
          </a:xfrm>
          <a:prstGeom prst="rect">
            <a:avLst/>
          </a:prstGeom>
        </p:spPr>
      </p:pic>
    </p:spTree>
    <p:extLst>
      <p:ext uri="{BB962C8B-B14F-4D97-AF65-F5344CB8AC3E}">
        <p14:creationId xmlns:p14="http://schemas.microsoft.com/office/powerpoint/2010/main" val="38530077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129" name="Rectangle 5128">
            <a:extLst>
              <a:ext uri="{FF2B5EF4-FFF2-40B4-BE49-F238E27FC236}">
                <a16:creationId xmlns:a16="http://schemas.microsoft.com/office/drawing/2014/main" id="{0B9EE3F3-89B7-43C3-8651-C4C9683099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7E8119A8-8333-21DF-6285-FF6624431548}"/>
              </a:ext>
            </a:extLst>
          </p:cNvPr>
          <p:cNvSpPr>
            <a:spLocks noGrp="1"/>
          </p:cNvSpPr>
          <p:nvPr>
            <p:ph type="title"/>
          </p:nvPr>
        </p:nvSpPr>
        <p:spPr>
          <a:xfrm>
            <a:off x="318722" y="862234"/>
            <a:ext cx="4443154" cy="1087819"/>
          </a:xfrm>
        </p:spPr>
        <p:txBody>
          <a:bodyPr anchor="b">
            <a:normAutofit/>
          </a:bodyPr>
          <a:lstStyle/>
          <a:p>
            <a:r>
              <a:rPr lang="es-MX" sz="3400" dirty="0"/>
              <a:t>Estructura de ventas por categoría</a:t>
            </a:r>
            <a:endParaRPr lang="es-PE" sz="3400" dirty="0"/>
          </a:p>
        </p:txBody>
      </p:sp>
      <p:sp>
        <p:nvSpPr>
          <p:cNvPr id="5131" name="Rectangle 5130">
            <a:extLst>
              <a:ext uri="{FF2B5EF4-FFF2-40B4-BE49-F238E27FC236}">
                <a16:creationId xmlns:a16="http://schemas.microsoft.com/office/drawing/2014/main" id="{33AE4636-AEEC-45D6-84D4-7AC2DA48EC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49223" y="387939"/>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5133" name="Rectangle 5132">
            <a:extLst>
              <a:ext uri="{FF2B5EF4-FFF2-40B4-BE49-F238E27FC236}">
                <a16:creationId xmlns:a16="http://schemas.microsoft.com/office/drawing/2014/main" id="{8D9CE0F4-2EB2-4F1F-8AAC-DB3571D9FE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1480" y="2285541"/>
            <a:ext cx="438912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5126" name="Content Placeholder 5125">
            <a:extLst>
              <a:ext uri="{FF2B5EF4-FFF2-40B4-BE49-F238E27FC236}">
                <a16:creationId xmlns:a16="http://schemas.microsoft.com/office/drawing/2014/main" id="{8622DFF2-DAE5-EF2F-D0E5-29D552082EA6}"/>
              </a:ext>
            </a:extLst>
          </p:cNvPr>
          <p:cNvSpPr>
            <a:spLocks noGrp="1"/>
          </p:cNvSpPr>
          <p:nvPr>
            <p:ph idx="1"/>
          </p:nvPr>
        </p:nvSpPr>
        <p:spPr>
          <a:xfrm>
            <a:off x="453009" y="2480704"/>
            <a:ext cx="4443154" cy="3492868"/>
          </a:xfrm>
        </p:spPr>
        <p:txBody>
          <a:bodyPr>
            <a:normAutofit/>
          </a:bodyPr>
          <a:lstStyle/>
          <a:p>
            <a:r>
              <a:rPr lang="es-PE" sz="1800" noProof="0" dirty="0"/>
              <a:t>Las categorías de inmuebles, electrónicos y juguetes concentran más del 50% de ventas totales</a:t>
            </a:r>
          </a:p>
          <a:p>
            <a:r>
              <a:rPr lang="es-MX" sz="1800" dirty="0"/>
              <a:t>Una tienda con menores ventas en estas categorías clave podría estar operando de forma ineficiente.</a:t>
            </a:r>
          </a:p>
          <a:p>
            <a:r>
              <a:rPr lang="es-MX" sz="1800" dirty="0"/>
              <a:t>Se identifica que la tienda 2 es la que registra menores ventas en estas tres categorías.</a:t>
            </a:r>
            <a:br>
              <a:rPr lang="es-MX" sz="1800" dirty="0"/>
            </a:br>
            <a:endParaRPr lang="es-PE" sz="1800" noProof="0" dirty="0"/>
          </a:p>
        </p:txBody>
      </p:sp>
      <p:pic>
        <p:nvPicPr>
          <p:cNvPr id="5122" name="Picture 2">
            <a:extLst>
              <a:ext uri="{FF2B5EF4-FFF2-40B4-BE49-F238E27FC236}">
                <a16:creationId xmlns:a16="http://schemas.microsoft.com/office/drawing/2014/main" id="{15FD5382-9CFC-4204-2A7D-D94BD8A7844F}"/>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4991725" y="1630206"/>
            <a:ext cx="6970426" cy="48356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841770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3" name="Rectangle 1032">
            <a:extLst>
              <a:ext uri="{FF2B5EF4-FFF2-40B4-BE49-F238E27FC236}">
                <a16:creationId xmlns:a16="http://schemas.microsoft.com/office/drawing/2014/main" id="{2151139A-886F-4B97-8815-729AD3831B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1035" name="Rectangle 1034">
            <a:extLst>
              <a:ext uri="{FF2B5EF4-FFF2-40B4-BE49-F238E27FC236}">
                <a16:creationId xmlns:a16="http://schemas.microsoft.com/office/drawing/2014/main" id="{AB5E08C4-8CDD-4623-A5B8-E998C6DEE3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492"/>
            <a:ext cx="12191998" cy="1575955"/>
          </a:xfrm>
          <a:prstGeom prst="rect">
            <a:avLst/>
          </a:prstGeom>
          <a:gradFill>
            <a:gsLst>
              <a:gs pos="0">
                <a:schemeClr val="accent1">
                  <a:lumMod val="50000"/>
                </a:scheme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7" name="Rectangle 1036">
            <a:extLst>
              <a:ext uri="{FF2B5EF4-FFF2-40B4-BE49-F238E27FC236}">
                <a16:creationId xmlns:a16="http://schemas.microsoft.com/office/drawing/2014/main" id="{15F33878-D502-4FFA-8ACE-F2AECDB2A2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35"/>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9" name="Rectangle 1038">
            <a:extLst>
              <a:ext uri="{FF2B5EF4-FFF2-40B4-BE49-F238E27FC236}">
                <a16:creationId xmlns:a16="http://schemas.microsoft.com/office/drawing/2014/main" id="{D3539FEE-81D3-4406-802E-60B20B16F4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8" y="-5307777"/>
            <a:ext cx="1576446" cy="12192001"/>
          </a:xfrm>
          <a:prstGeom prst="rect">
            <a:avLst/>
          </a:prstGeom>
          <a:gradFill>
            <a:gsLst>
              <a:gs pos="16000">
                <a:srgbClr val="000000">
                  <a:alpha val="0"/>
                </a:srgbClr>
              </a:gs>
              <a:gs pos="99000">
                <a:srgbClr val="000000">
                  <a:alpha val="87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1" name="Rectangle 1040">
            <a:extLst>
              <a:ext uri="{FF2B5EF4-FFF2-40B4-BE49-F238E27FC236}">
                <a16:creationId xmlns:a16="http://schemas.microsoft.com/office/drawing/2014/main" id="{DC701763-729E-462F-A5A8-E0DEFEB1E2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25434" y="986"/>
            <a:ext cx="4303422" cy="1575461"/>
          </a:xfrm>
          <a:prstGeom prst="rect">
            <a:avLst/>
          </a:prstGeom>
          <a:gradFill>
            <a:gsLst>
              <a:gs pos="0">
                <a:schemeClr val="accent1">
                  <a:alpha val="17000"/>
                </a:schemeClr>
              </a:gs>
              <a:gs pos="74000">
                <a:schemeClr val="accent1">
                  <a:lumMod val="5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78324A55-1446-EC06-3BC2-CAC1AE890045}"/>
              </a:ext>
            </a:extLst>
          </p:cNvPr>
          <p:cNvSpPr>
            <a:spLocks noGrp="1"/>
          </p:cNvSpPr>
          <p:nvPr>
            <p:ph type="title"/>
          </p:nvPr>
        </p:nvSpPr>
        <p:spPr>
          <a:xfrm>
            <a:off x="699714" y="353160"/>
            <a:ext cx="7091300" cy="898581"/>
          </a:xfrm>
        </p:spPr>
        <p:txBody>
          <a:bodyPr vert="horz" lIns="91440" tIns="45720" rIns="91440" bIns="45720" rtlCol="0" anchor="ctr">
            <a:normAutofit/>
          </a:bodyPr>
          <a:lstStyle/>
          <a:p>
            <a:r>
              <a:rPr lang="en-US" sz="3100">
                <a:solidFill>
                  <a:srgbClr val="FFFFFF"/>
                </a:solidFill>
              </a:rPr>
              <a:t>Productos más vendidos y menos vendidos</a:t>
            </a:r>
          </a:p>
        </p:txBody>
      </p:sp>
      <p:pic>
        <p:nvPicPr>
          <p:cNvPr id="1028" name="Picture 4" descr="Gráfico, Gráfico circular&#10;&#10;El contenido generado por IA puede ser incorrecto.">
            <a:extLst>
              <a:ext uri="{FF2B5EF4-FFF2-40B4-BE49-F238E27FC236}">
                <a16:creationId xmlns:a16="http://schemas.microsoft.com/office/drawing/2014/main" id="{2996B3F2-E429-034A-6F03-5DDA7EDDF29C}"/>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1211894" y="2181426"/>
            <a:ext cx="4634941" cy="3997637"/>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Gráfico, Gráfico circular&#10;&#10;El contenido generado por IA puede ser incorrecto.">
            <a:extLst>
              <a:ext uri="{FF2B5EF4-FFF2-40B4-BE49-F238E27FC236}">
                <a16:creationId xmlns:a16="http://schemas.microsoft.com/office/drawing/2014/main" id="{0901476E-470D-FDDD-F241-D322A45780A6}"/>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tretch>
            <a:fillRect/>
          </a:stretch>
        </p:blipFill>
        <p:spPr bwMode="auto">
          <a:xfrm>
            <a:off x="6345165" y="2217815"/>
            <a:ext cx="4479362" cy="399783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167837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153" name="Rectangle 6152">
            <a:extLst>
              <a:ext uri="{FF2B5EF4-FFF2-40B4-BE49-F238E27FC236}">
                <a16:creationId xmlns:a16="http://schemas.microsoft.com/office/drawing/2014/main" id="{979E27D9-03C7-44E2-9FF8-15D0C8506A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7AD123F2-EAA3-083B-34B5-3AB8390703CD}"/>
              </a:ext>
            </a:extLst>
          </p:cNvPr>
          <p:cNvSpPr>
            <a:spLocks noGrp="1"/>
          </p:cNvSpPr>
          <p:nvPr>
            <p:ph type="title"/>
          </p:nvPr>
        </p:nvSpPr>
        <p:spPr>
          <a:xfrm>
            <a:off x="1136397" y="502021"/>
            <a:ext cx="4959603" cy="1642969"/>
          </a:xfrm>
        </p:spPr>
        <p:txBody>
          <a:bodyPr anchor="b">
            <a:normAutofit fontScale="90000"/>
          </a:bodyPr>
          <a:lstStyle/>
          <a:p>
            <a:r>
              <a:rPr lang="es-PE" sz="4000" dirty="0"/>
              <a:t>Relación entre los precios de las tiendas y el costo de envió promedio</a:t>
            </a:r>
          </a:p>
        </p:txBody>
      </p:sp>
      <p:sp>
        <p:nvSpPr>
          <p:cNvPr id="6150" name="Content Placeholder 6149">
            <a:extLst>
              <a:ext uri="{FF2B5EF4-FFF2-40B4-BE49-F238E27FC236}">
                <a16:creationId xmlns:a16="http://schemas.microsoft.com/office/drawing/2014/main" id="{22B181F8-47E6-9A14-ACED-671C1E85C79F}"/>
              </a:ext>
            </a:extLst>
          </p:cNvPr>
          <p:cNvSpPr>
            <a:spLocks noGrp="1"/>
          </p:cNvSpPr>
          <p:nvPr>
            <p:ph idx="1"/>
          </p:nvPr>
        </p:nvSpPr>
        <p:spPr>
          <a:xfrm>
            <a:off x="1136397" y="2418408"/>
            <a:ext cx="4959603" cy="3522569"/>
          </a:xfrm>
        </p:spPr>
        <p:txBody>
          <a:bodyPr anchor="t">
            <a:normAutofit/>
          </a:bodyPr>
          <a:lstStyle/>
          <a:p>
            <a:r>
              <a:rPr lang="es-MX" sz="2000" dirty="0"/>
              <a:t>Se identifica una correlación directa entre el precio de los productos y el costo de envío promedio en cada tienda</a:t>
            </a:r>
          </a:p>
          <a:p>
            <a:r>
              <a:rPr lang="es-MX" sz="2000" dirty="0"/>
              <a:t>Esta relación se mantiene estable por tienda, incluso cuando las tiendas se ubican en zonas geográficas diferentes</a:t>
            </a:r>
            <a:endParaRPr lang="es-PE" sz="2000" dirty="0"/>
          </a:p>
        </p:txBody>
      </p:sp>
      <p:pic>
        <p:nvPicPr>
          <p:cNvPr id="6146" name="Picture 2" descr="Gráfico&#10;&#10;El contenido generado por IA puede ser incorrecto.">
            <a:extLst>
              <a:ext uri="{FF2B5EF4-FFF2-40B4-BE49-F238E27FC236}">
                <a16:creationId xmlns:a16="http://schemas.microsoft.com/office/drawing/2014/main" id="{BDD546DA-07F3-AD3B-7911-834A7CB03614}"/>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512442" y="1375758"/>
            <a:ext cx="5201023" cy="3692726"/>
          </a:xfrm>
          <a:prstGeom prst="rect">
            <a:avLst/>
          </a:prstGeom>
          <a:noFill/>
          <a:extLst>
            <a:ext uri="{909E8E84-426E-40DD-AFC4-6F175D3DCCD1}">
              <a14:hiddenFill xmlns:a14="http://schemas.microsoft.com/office/drawing/2010/main">
                <a:solidFill>
                  <a:srgbClr val="FFFFFF"/>
                </a:solidFill>
              </a14:hiddenFill>
            </a:ext>
          </a:extLst>
        </p:spPr>
      </p:pic>
      <p:sp>
        <p:nvSpPr>
          <p:cNvPr id="6155" name="Rectangle 6154">
            <a:extLst>
              <a:ext uri="{FF2B5EF4-FFF2-40B4-BE49-F238E27FC236}">
                <a16:creationId xmlns:a16="http://schemas.microsoft.com/office/drawing/2014/main" id="{EEBF1590-3B36-48EE-A89D-3B6F3CB256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57" name="Rectangle 6156">
            <a:extLst>
              <a:ext uri="{FF2B5EF4-FFF2-40B4-BE49-F238E27FC236}">
                <a16:creationId xmlns:a16="http://schemas.microsoft.com/office/drawing/2014/main" id="{AC8F6C8C-AB5A-4548-942D-E3FD40ACBC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724350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CEAE8059-BC4A-B073-8573-2C6B68CE4EEA}"/>
              </a:ext>
            </a:extLst>
          </p:cNvPr>
          <p:cNvSpPr>
            <a:spLocks noGrp="1"/>
          </p:cNvSpPr>
          <p:nvPr>
            <p:ph type="title"/>
          </p:nvPr>
        </p:nvSpPr>
        <p:spPr>
          <a:xfrm>
            <a:off x="466722" y="586855"/>
            <a:ext cx="3201366" cy="3387497"/>
          </a:xfrm>
        </p:spPr>
        <p:txBody>
          <a:bodyPr anchor="b">
            <a:normAutofit/>
          </a:bodyPr>
          <a:lstStyle/>
          <a:p>
            <a:pPr algn="r"/>
            <a:r>
              <a:rPr lang="es-MX" sz="4000">
                <a:solidFill>
                  <a:srgbClr val="FFFFFF"/>
                </a:solidFill>
              </a:rPr>
              <a:t>Conclusión</a:t>
            </a:r>
            <a:endParaRPr lang="es-PE" sz="4000">
              <a:solidFill>
                <a:srgbClr val="FFFFFF"/>
              </a:solidFill>
            </a:endParaRPr>
          </a:p>
        </p:txBody>
      </p:sp>
      <p:sp>
        <p:nvSpPr>
          <p:cNvPr id="17" name="Marcador de contenido 2">
            <a:extLst>
              <a:ext uri="{FF2B5EF4-FFF2-40B4-BE49-F238E27FC236}">
                <a16:creationId xmlns:a16="http://schemas.microsoft.com/office/drawing/2014/main" id="{C377E2B8-3058-9756-D361-38190DDCE666}"/>
              </a:ext>
            </a:extLst>
          </p:cNvPr>
          <p:cNvSpPr>
            <a:spLocks noGrp="1"/>
          </p:cNvSpPr>
          <p:nvPr>
            <p:ph idx="1"/>
          </p:nvPr>
        </p:nvSpPr>
        <p:spPr>
          <a:xfrm>
            <a:off x="4810259" y="649480"/>
            <a:ext cx="6555347" cy="5546047"/>
          </a:xfrm>
        </p:spPr>
        <p:txBody>
          <a:bodyPr anchor="ctr">
            <a:normAutofit/>
          </a:bodyPr>
          <a:lstStyle/>
          <a:p>
            <a:r>
              <a:rPr lang="es-MX" sz="2000"/>
              <a:t>La tienda 2 muestra el menor número de ventas en las principales categorías (muebles, electrónicos y juguetes), aunque es la segunda en ingresos totales y tiene la segunda mejor calificación promedio de clientes.</a:t>
            </a:r>
          </a:p>
          <a:p>
            <a:r>
              <a:rPr lang="es-MX" sz="2000"/>
              <a:t>La tienda 4 registra una mayor cantidad de ventas, menor costo de envío promedio y la segunda mejor calificación, pero aun así es la última en ingresos, lo que evidencia una menor eficiencia frente a las demás tiendas.</a:t>
            </a:r>
          </a:p>
          <a:p>
            <a:r>
              <a:rPr lang="es-MX" sz="2000"/>
              <a:t>Por ello, la tienda 4 se perfila como la principal candidata para ser vendida. No obstante, antes de concretar la venta, debería evaluarse si existen alternativas para mejorar su eficiencia (optimización de precios, mezcla de productos, estructura de costos, etc.).</a:t>
            </a:r>
          </a:p>
          <a:p>
            <a:endParaRPr lang="es-PE" sz="2000"/>
          </a:p>
        </p:txBody>
      </p:sp>
    </p:spTree>
    <p:extLst>
      <p:ext uri="{BB962C8B-B14F-4D97-AF65-F5344CB8AC3E}">
        <p14:creationId xmlns:p14="http://schemas.microsoft.com/office/powerpoint/2010/main" val="3261428552"/>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730</TotalTime>
  <Words>508</Words>
  <Application>Microsoft Office PowerPoint</Application>
  <PresentationFormat>Panorámica</PresentationFormat>
  <Paragraphs>26</Paragraphs>
  <Slides>8</Slides>
  <Notes>1</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8</vt:i4>
      </vt:variant>
    </vt:vector>
  </HeadingPairs>
  <TitlesOfParts>
    <vt:vector size="13" baseType="lpstr">
      <vt:lpstr>Aptos</vt:lpstr>
      <vt:lpstr>Aptos Display</vt:lpstr>
      <vt:lpstr>Arial</vt:lpstr>
      <vt:lpstr>Calibri</vt:lpstr>
      <vt:lpstr>Tema de Office</vt:lpstr>
      <vt:lpstr>Informe final evaluación tiendas</vt:lpstr>
      <vt:lpstr>Introducción</vt:lpstr>
      <vt:lpstr>Análisis de ingresos, costos y calificación</vt:lpstr>
      <vt:lpstr>Estructura de ventas por categoría</vt:lpstr>
      <vt:lpstr>Estructura de ventas por categoría</vt:lpstr>
      <vt:lpstr>Productos más vendidos y menos vendidos</vt:lpstr>
      <vt:lpstr>Relación entre los precios de las tiendas y el costo de envió promedio</vt:lpstr>
      <vt:lpstr>Conclusión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MAGNO RUFINO CORONEL OROZCO</dc:creator>
  <cp:lastModifiedBy>MAGNO RUFINO CORONEL OROZCO</cp:lastModifiedBy>
  <cp:revision>4</cp:revision>
  <dcterms:created xsi:type="dcterms:W3CDTF">2026-02-09T16:12:59Z</dcterms:created>
  <dcterms:modified xsi:type="dcterms:W3CDTF">2026-02-12T00:40:28Z</dcterms:modified>
</cp:coreProperties>
</file>